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4" r:id="rId5"/>
    <p:sldId id="275" r:id="rId6"/>
    <p:sldId id="273" r:id="rId7"/>
    <p:sldId id="272" r:id="rId8"/>
    <p:sldId id="276" r:id="rId9"/>
    <p:sldId id="271" r:id="rId10"/>
    <p:sldId id="277" r:id="rId11"/>
    <p:sldId id="268" r:id="rId12"/>
    <p:sldId id="270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FAF81A-19CA-48C3-A1E0-6AF1AF0EF3A3}" v="47" dt="2025-08-19T16:51:46.407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ppidihemanth/Capstone-Project.g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/>
              <a:t>Mobile App for Direct Market Access for Farmers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Mohammad Buran Basha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568928197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20221CIT0089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/>
                        <a:t>Sappidi</a:t>
                      </a:r>
                      <a:r>
                        <a:rPr lang="en-IN" sz="1800" u="none" strike="noStrike" cap="none" dirty="0"/>
                        <a:t> Hemanth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20221CIT0090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Vasikeri Praneeth Sai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20221CIT0063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Talari Vijay Kumar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Review-4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B.TECH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b="1" dirty="0"/>
              <a:t>Dr. Anandaraj S.P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/>
              <a:t>Dr. </a:t>
            </a:r>
            <a:r>
              <a:rPr lang="en-IN" sz="1800" b="1" dirty="0" err="1"/>
              <a:t>Sharmasth</a:t>
            </a:r>
            <a:r>
              <a:rPr lang="en-IN" sz="1800" b="1" dirty="0"/>
              <a:t> Vali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281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Ministry of Agriculture and Farmers Welfare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Farmers often face challenges in accessing markets, leading to lower income due to middlemen. This gap restricts their ability to sell produce at fair prices. Creating a mobile application that connects farmers directly with consumers and retailers. This app include features for listing produce, negotiating prices, and managing transactions, thereby reducing dependence on intermediaries. 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60960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60960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</a:p>
          <a:p>
            <a:pPr marL="60960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60960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60960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026160"/>
            <a:ext cx="10668000" cy="467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provide farmers a direct digital platform to sell their produce without middlemen.</a:t>
            </a:r>
          </a:p>
          <a:p>
            <a:pPr marL="4953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allow farmers to easily list crop details and connect with buyers instantly.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support secure and quick digital payments through UPI or bank transfers.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integrate simple logistics support so farmers can transport their produce easily.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offer multi-language and voice-based features for rural accessibility.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72553-FF0B-6DE5-906D-812FF1F04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2E667-AE8F-A65E-DA4D-4B1CA8B98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Farmers often earn less due to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middlemen, low bargaining power, and lack of real-time price data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platforms like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eNAM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(Govt)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AgriBazaar (Private)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aim to help but face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low adoption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because of complex interfaces, limited coverage, and language barriers.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Other apps like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Kisan Suvidha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Mandi Trades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provide price information but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do not support direct farmer-to-buyer transactions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With the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rise of smartphones, UPI payments, and regional language demand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there is a need for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simple, all-in-one mobile app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gap lies in building a solution that combines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produce listing, buyer-farmer communication, secure payments, logistics, and multilingual support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in a single platform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26243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938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1. Frontend: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Flutter (Dart):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Cross-platform framework for building Android &amp; iOS apps with a single codebase.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Material Design &amp; Widgets: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responsive, user-friendly UI.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Multi-language Support: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Using Flutter localization for regional languages.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2. Backend: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Firebase Cloud Functions (Node.js):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Serverless backend to handle business logic.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REST APIs /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GraphQL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structured communication between frontend and backend.</a:t>
            </a:r>
          </a:p>
          <a:p>
            <a:pPr marL="76200" indent="0">
              <a:buNone/>
            </a:pPr>
            <a:r>
              <a:rPr lang="en-US" sz="2000" b="1" dirty="0"/>
              <a:t>3. Database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Firebase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Firestore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(NoSQL):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Real-time storage for users, produce listings, and transactions.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Cloud Storage: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For storing product images (crops/produce photos).</a:t>
            </a:r>
          </a:p>
          <a:p>
            <a:pPr marL="7620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4. Authentication &amp; Security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Firebase Authentication: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Email/Phone/Google login for farmers &amp; buyers.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JWT (JSON Web Tokens):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secure session handling.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Role-based Access Control: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Differentiating farmer and buyer features.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Encryption (HTTPS, SSL):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To protect sensitive data.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5. Maps &amp; Location Services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Google Maps API /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Mapbox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GPS tracking, showing nearby buyers/sellers.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Geofencing: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To alert farmers of demand within their region.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6. Payment Integration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Razorpay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 / Paytm / UPI / Stripe: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instant and secure digital payments.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Payment Receipts &amp; History: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Stored securely in database for farmer records.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7C0ED-ED39-0E25-ECCB-D44E98A1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338E0-50EE-DF46-BA78-D2954FCBB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7. Notifications &amp; Communication: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Firebase Cloud Messaging (FCM):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Push notifications for offers, demand alerts, and payment confirmations.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In-app Chat / Messaging (Firebase Realtime DB):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For buyer-farmer communication.</a:t>
            </a:r>
          </a:p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8. Hosting &amp; Deployment: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Firebase Hosting / Google Cloud Platform (GCP):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Hosting backend APIs and services.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Play Store &amp; App Store Deployment: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For Android and iOS release.</a:t>
            </a:r>
          </a:p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9. Version Control &amp; Collaboration: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GitHub / GitLab: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For code management, issue tracking, and collaboration.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CI/CD (GitHub Actions):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For automated builds and deployments.</a:t>
            </a:r>
          </a:p>
          <a:p>
            <a:pPr marL="76200" indent="0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10. Testing &amp; Debugging Tools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Postman: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For API testing . 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Flutter Test / Integration Test: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For unit and UI testing.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Firebase Test Lab: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For testing app on multiple devices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091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Current Challenges: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Farmers depend on middlemen, leading to reduced income.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Lack of real-time market prices and demand visibility.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No direct and reliable communication channels with buyers.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Difficulty in arranging transport and logistics.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Low digital literacy and language barriers in rural areas</a:t>
            </a:r>
            <a:r>
              <a:rPr lang="en-US" dirty="0"/>
              <a:t>.</a:t>
            </a: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Needs &amp; Expectations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 centralized mobile app for direct farmer-to-buyer sales.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Simple, multilingual interface for rural accessibility.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Real-time price updates and demand notifications.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Secure digital payments with instant receipts.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Integrated logistics support for transport and delivery.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1793F-930E-075C-BDBD-0DD7F4592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31917-B26A-909F-3875-0EBA3E7D6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Expected Benefits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Fair prices and higher income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farmers.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Transparency and trust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in agricultural trade.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Reduced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post-harvest losses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with quicker sales.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Empowered farmers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contributing to rural economic growth.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425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33985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GitHub Link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363200" cy="473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D4BD96-7FC7-ABBD-474A-68C4B9841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038574"/>
            <a:ext cx="9619499" cy="494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/>
              <a:t>[1] A. Singh, P. Sharma, and R. Kumar, “Digital platforms for agricultural marketing: A review,” </a:t>
            </a:r>
            <a:r>
              <a:rPr lang="en-IN" i="1" dirty="0"/>
              <a:t>IEEE Access</a:t>
            </a:r>
            <a:r>
              <a:rPr lang="en-IN" dirty="0"/>
              <a:t>, vol. 8, pp. 12345–12356, Jun. 2020.</a:t>
            </a:r>
          </a:p>
          <a:p>
            <a:r>
              <a:rPr lang="en-IN" dirty="0"/>
              <a:t>[2] R. Gupta and M. Jain, “Role of ICT in agricultural development and farmer empowerment,” </a:t>
            </a:r>
            <a:r>
              <a:rPr lang="en-IN" i="1" dirty="0"/>
              <a:t>IEEE Transactions on Emerging Topics in Computing</a:t>
            </a:r>
            <a:r>
              <a:rPr lang="en-IN" dirty="0"/>
              <a:t>, vol. 9, no. 2, pp. 678–685, Apr. 2021.</a:t>
            </a:r>
          </a:p>
          <a:p>
            <a:r>
              <a:rPr lang="en-IN" dirty="0"/>
              <a:t>[3] Government of India, “</a:t>
            </a:r>
            <a:r>
              <a:rPr lang="en-IN" dirty="0" err="1"/>
              <a:t>eNAM</a:t>
            </a:r>
            <a:r>
              <a:rPr lang="en-IN" dirty="0"/>
              <a:t> – National Agriculture Market,” Ministry of Agriculture &amp; Farmers’ Welfare. [Online]. Available: https://www.enam.gov.in. [Accessed: Aug. 18, 2025].</a:t>
            </a:r>
          </a:p>
          <a:p>
            <a:r>
              <a:rPr lang="en-IN" dirty="0"/>
              <a:t>[4] AgriBazaar, “Connecting Farmers and Buyers through </a:t>
            </a:r>
            <a:r>
              <a:rPr lang="en-IN" dirty="0" err="1"/>
              <a:t>AgriTech</a:t>
            </a:r>
            <a:r>
              <a:rPr lang="en-IN" dirty="0"/>
              <a:t>,” [Online]. Available: https://www.agribazaar.com. [Accessed: Aug. 18, 2025].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1130</Words>
  <Application>Microsoft Office PowerPoint</Application>
  <PresentationFormat>Widescreen</PresentationFormat>
  <Paragraphs>132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Verdana</vt:lpstr>
      <vt:lpstr>Wingdings</vt:lpstr>
      <vt:lpstr>Bioinformatics</vt:lpstr>
      <vt:lpstr>Mobile App for Direct Market Access for Farmers</vt:lpstr>
      <vt:lpstr>Problem Statement Number: 281</vt:lpstr>
      <vt:lpstr>Content</vt:lpstr>
      <vt:lpstr>Objectives</vt:lpstr>
      <vt:lpstr>Background and Related work</vt:lpstr>
      <vt:lpstr>Analysis of Problem Statement</vt:lpstr>
      <vt:lpstr>Analysis of Problem Statement (contd...)</vt:lpstr>
      <vt:lpstr>Analysis of Problem Statement (contd...)</vt:lpstr>
      <vt:lpstr>Analysis of Problem Statement (contd...)</vt:lpstr>
      <vt:lpstr>Analysis of Problem Statement (contd...)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vasikeri praneeth sai</cp:lastModifiedBy>
  <cp:revision>44</cp:revision>
  <dcterms:modified xsi:type="dcterms:W3CDTF">2025-11-30T04:58:05Z</dcterms:modified>
</cp:coreProperties>
</file>